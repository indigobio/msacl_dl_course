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lang="en-US" dirty="0"/>
              <a:t>Transformer </a:t>
            </a:r>
            <a:r>
              <a:rPr lang="en-US" dirty="0" err="1"/>
              <a:t>OverAll</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lang="en-US" dirty="0"/>
              <a:t>Transformer</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lang="en-US" dirty="0"/>
              <a:t>Transformer</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