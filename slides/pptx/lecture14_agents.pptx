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lecture, Tuesday morning, straight after Lecture 13's LLMs — and then Lab 5 (the capstone). This hour is deliberately DEMO-DRIVEN and hands-on. One idea carries the whole hour: an AGENT is just an LLM given TOOLS and a reason→act LOOP (the ReAct pattern), and everything we do traces or builds that loop. Four stops. (1) From chatbot to agent — the ReAct pattern (Thought → Action → Observation → … → Answer) annotated on a real-looking transcript, with a one-line callback to Lecture 13's RL: reinforcement-style feedback/reward is how these reason→act behaviours get trained. (2) A FOLLOW-ALONG on your own free-tier bot — paste a small QC table from the handout and prompt for explicit reason→act→check steps, then compare with a neighbour. (3) An instructor LIVE DEMO — an 'MS analysis assistant' that reads a QC CSV, analyses it, plots, flags an anomaly, and drafts a summary, each reason→act step narrated. (4) WHERE agents fit in the lab (triage, report drafting, data wrangling, literature) and where they must NOT run unsupervised, with guardrails: human review, restricted tools, logging. The interactive spine (rule 8): the ReAct I-do → a you-do that points to Quiz 14 Q1 (LABEL reason vs act); the guardrails I-do → Quiz 14 Q2 (which guardrail for which failure); a human-review you-do → Quiz 14 Q3; the follow-along is a do-it-together on the handout; and a 💬 discussion on which task you'd hand an agent first. Hand out Quiz 14 (short) now, blank — the room fills it across the hour. Close with the Lab 5 capstone briefing.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Signpost the four stops and set expectations: this hour has almost no new machinery — an agent is the LLM you already understand, wrapped in tools and a loop — so the work is TRACING and RUNNING that loop, not math. The single skill we assess all hour is reading a ReAct transcript and labelling each step reason vs act; the follow-along and the live demo are the same loop, first on your own bot, then on a real MS-analysis task. Aim for a hands-on beat every ~8–10 minutes: the ReAct you-do (Quiz 14 Q1), the follow-along do-it-together on the handout, the guardrail you-do (Q2), the human-review you-do (Q3), and the 💬 discussion. Keep the demo brisk and narrated — every panel is one reason→act step. Reassure the room the quiz is short.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Demystify 'agent' in one picture. On the left, a plain chatbot: prompt in, reply out, answering only from what the model already learned — it cannot touch your files or run anything. On the right, an AGENT: the SAME LLM, now given a set of TOOLS (read a file, run code, make a plot, search) and run in a LOOP — it reasons about the next step, acts by calling a tool, observes what came back, and goes around again, keeping a memory of the run. That is the whole idea; there is no new neural architecture here — an agent is a wiring pattern around an LLM. One-line callback to Lecture 13 (say it out loud): reinforcement-style feedback and reward is how these reason→act behaviours get TRAINED — the model was tuned (RLHF and related) to plan, call tools, and use their results well. Next slide we watch the loop turn, step by step, on a real-looking MS-analysis transcript.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centrepiece (rule 6/9): the ReAct loop annotated on a real-looking transcript of the 'MS analysis assistant' asked to flag QC anomalies. Walk it top to bottom, naming each colour. THOUGHT (teal) = the agent REASONING: "I first need to open the QC table and see its columns" — a plan, no tool used yet. ACTION (amber) = the agent ACTING by calling a tool: read_csv("qc_runs.csv"). OBSERVATION (grey) = what the tool returned: 8 runs, columns run_id/mass_error_ppm/resolution/TIC. Then it loops again: THOUGHT — mass error must stay within ±2 ppm, check each run; ACTION — filter |mass_error_ppm| &gt; 2; OBSERVATION — R-07 = 5.3 ppm. Once more: THOUGHT — R-07 is far outside ±2 ppm, so it's the anomaly; ACTION — draft_summary(flag="R-07"); then the final ANSWER. The single distinction the room must carry to the quiz: a step is REASON if it's a Thought (planning/interpreting) and ACT if it's an Action (invoking a tool: read, run/compute, filter, plot, write/draft — so "compute the mean" is an act, because it runs a tool). Observations are the environment's replies, not the agent's steps. Note the qc_runs.csv here is a short standalone demo table, separate from the six-run QC-04 table on the follow-along handout — say so if anyone asks. One-line RL callback again: this reason-then-act behaviour is exactly what preference tuning (Lecture 13) shapes. Next slide the room labels a fresh transcript themselves (Quiz 14 Q1).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Q1 (label reason vs act on a transcript AND diagnose a fabricated claim — the hour's spine, now with a hallucination-spotting twist that ties the ReAct loop to the guardrails to come). Same ReAct shape, a different task (summarise this week's peptide-ID counts and note any underperforming run) and different numbers, reproduced verbatim on the Quiz 14 sheet. (a) Labels, fixed by the ReAct definition on the previous slide: Step 1 (plan: load results.csv, see its columns) = REASON; Step 2 (read_csv("results.csv")) = ACT; Step 3 (plan: compute the average to see which runs fall below) = REASON; Step 4 (compute the mean of peptide_ids) = ACT; Step 5 (interpret: B-04 at 420 ≪ mean 1,850 → underperformed) = REASON; Step 6 (write_summary(flag="B-04")) = ACT. So: 1 R, 2 A, 3 R, 4 A, 5 R, 6 A — interpreting/planning is reason; every step that calls a tool is act; the grey lines are observations. (b) The ANSWER claims "the cause is a clogged emitter" — that is UNSUPPORTED: no tool ever diagnosed a cause; the observations show only that B-04's count is low, not WHY. The agent should have stopped after flagging the low run (step 6) and left any root-cause claim — and any repair action — to a human; asserting an unverified cause is exactly the hallucination the next section's guardrails exist to stop. Take a few labels and the spotted claim from the floor, then have the room fill Q1.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DO-IT-TOGETHER (rule 8), pointing at the printed handout, not the quiz. Give the room ~5 minutes on whatever free-tier assistant they have — ChatGPT, Claude, or Gemini — no sign-ups beyond what they already use. The handout carries a small realistic QC table (six runs, one obviously out-of-range row, QC-04) and this exact reason→act→check prompt template. They paste both and read what comes back. The point is to FEEL the loop: a good bot states its REASON (the ±2 ppm / resolution / TIC limits) before it ACTS (checks the runs and names QC-04), and ends with a CHECK (what a human must verify). Walk the room; some bots will skip straight to an answer or invent a number — that is the teachable moment for the next slide and for guardrails later. Then have neighbours compare answers: did both flag QC-04? did either invent a value? Next slide, what a good answer looks like.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Debrief the follow-along against four checks (a genuine checklist, rule 9). A GOOD answer: (1) shows its REASON before it ACTS — it states the limits (±2 ppm, resolution &gt; 30,000, TIC 8–12) first, then checks the runs; (2) flags the right run and no other — QC-04 — and names WHICH metrics are out of range (mass error +5.6 ppm, resolution 22,300, TIC 3.1); (3) invents no number that isn't in the pasted table — this is the hallucination check from Lecture 13, made concrete; (4) defers the final pass/fail to a human — it drafts, a person signs off. 💬 Run the pair prompt: have neighbours score each other's bot output on those four. The likely findings — some bots answer confidently without showing reasoning, and some cite a value that isn't in the table — are exactly why the lab needs guardrails, which we get to after the live demo. Harvest two observations, then move to the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piece of the hour: watch a REAL agent do the ReAct loop on real MS data, not a toy transcript. The assistant is pointed at a QC/spectra CSV derived from the course datasets (the same Lab 2/4 style data), and it reads the file, runs the analysis, plots, flags any anomaly, and drafts a QC summary — with the instructor narrating each reason→act step as it happens, tying every action back to the ReAct pattern the room just labelled. Tooling plan (state it briefly): PRIMARY is the instructor's Claude Code as a live agent; ALTERNATIVE is the Bedrock API if Claude Code is unavailable; FALLBACK is a pre-recorded run so the demo never fails live. Keep narrating the loop out loud — "here it REASONS, now it ACTS by running code, here's the OBSERVATION" — so the abstract pattern becomes concrete.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storyboard so the room knows what's coming and can map each step to the ReAct loop. Five beats: READ (open the CSV — an Action; the Thought before it: "I need the data first"), ANALYZE (run the limit checks and stats), PLOT (draw the spectra or QC trends), FLAG (mark the out-of-range run), and DRAFT (write a QC summary for a human to review). Narrate each as reason→act as the agent runs. Keep the room's hands in it: just before the FLAG beat, pause 30 seconds and have everyone PREDICT which run the agent will flag (they've already seen the QC-04 row on the follow-along handout), then run it and check the prediction — a quick hands-on beat inside the demo stretch. Emphasise two things the room should watch for: the agent shows its reasoning before each tool call (that's the ReAct transcript, live), and its final output is a DRAFT for review, never a released result — which sets up the guardrails stop. Restate the tooling plan: primary Claude Code, alternative Bedrock, fallback recording. Next slide, the flag→draft beat made concrete on the QC numbers. INSTRUCTOR NOTE — a ready-made, framework-free version of this demo lives in demos/lecture14_agent/. It builds the agent in THREE stages so the room sees why each piece matters: `python3 agent.py 1` (chatbot — can't see the data), `2` (adds memory — fluent but INVENTS QC numbers, a live hallucination), `3` (adds tools/ReAct — reads the file and answers with the real QC-04 numbers, hallucination gone). One small loop with two switches (memory, tools); tools and the LLM backend are in separate files. Runs OFFLINE with no API key as the guaranteed fallback, or against a real/local LLM with `--openai`. Open agent.py on screen: an agent is just LLM + tools + a loop, no magic.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in on the money beat so the class sees the reason→act with real numbers (the same QC-04 row the follow-along handout uses, so it's familiar). REASON: the agent notes QC-04 breaks all three limits at once — mass error +5.6 ppm (limit ±2), resolution 22,300 (limit &gt; 30,000), TIC 3.1 (limit 8–12) — while QC-01/02/03/05/06 pass. ACT: it drafts a short QC summary that names the failed run, cites each out-of-range value, gives a recommendation (recalibrate + re-run), and explicitly asks a human to verify before results are released. Two teaching points to say out loud: (1) every number in the draft is READ from the table — nothing invented, the hallucination guardrail working; (2) the draft ends by handing the decision back to a human — the agent proposes, a person disposes. That is exactly the posture we want in a lab, and it motivates the guardrails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map for a clinical lab (rule 2). On the left, tasks an agent can plausibly help with FIRST — each paired with the check that keeps it honest: TRIAGE (flag runs/samples for a human to look at — the human still decides), REPORT DRAFTING (a person verifies every number and citation before release), DATA WRANGLING (reformat/merge tables — but on COPIES, with spot-checks and logging), LITERATURE (search and summarise — verify each citation against the source, per Lecture 13's hallucination lesson). On the right, what must NEVER run unsupervised: releasing a patient report or signing out results, making the final clinical call (a diagnosis or a resistance R/S decision), deleting or overwriting raw data, or ordering reagents / anything irreversible. Three guardrails ride on every fit — HUMAN REVIEW, RESTRICTED TOOLS, LOGGING — which we pair to failure modes next. This is also the setup for the Q3 human-review item.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guardrails from the outcomes, each tied to the specific failure it prevents (rule 3 — every guardrail and failure is taught HERE, before the Q2 match). FAILURE 1: the agent writes a confident summary containing a fabricated number or citation (the Lecture 13 hallucination, in an agent) → GUARDRAIL: HUMAN REVIEW — a qualified person verifies every number and flag before anything is released. FAILURE 2: the agent takes a destructive or irreversible action — deletes/overwrites the raw data file, or orders reagents — on its own → GUARDRAIL: RESTRICTED TOOLS — give it read-only access and a limited toolset; no write, delete, or purchase without explicit approval. FAILURE 3: a wrong result ships and no one can tell what the agent did or reproduce it → GUARDRAIL: LOGGING — record every reason→act step so the run is auditable and reproducible. Say the pairing PATTERN aloud (what each guardrail is FOR), because next slide the room matches three NEW, differently-worded failures — reasoning from purpose, not copying this chart (Quiz 14 Q2).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Q2 (now a TRANSFER: three disguised failures the room must reason about, not the three lines from the I-do chart). Answers: (a) the draft cites a reference range in no SOP → HUMAN REVIEW (a person verifies every number/citation against a source before release); (b) told to "tidy old files," it overwrites last month's .raw files → RESTRICTED TOOLS (read-only; no write/delete without approval — the destructive-action failure in disguise); (c) a wrong result shipped and the lab can't reconstruct which files it used → LOGGING (every reason→act step recorded, auditable). Each guardrail once. Q2(d), the catch-vs-prevent twist: human review is a CATCH-AFTER control (works only if the reviewer checks); to make fabrications rarer UP FRONT, ground the agent in real retrieved sources (RAG, Lecture 13) and/or restrict it to a vetted reference database so it can only cite documents that exist — prevention layered on detection. Take one match and one prevention idea from the floor, then have the room fill Q2.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Q3 (decide + articulate the rule, on FRESH scenarios — with a deliberate near-miss pair). Answer (identical to the Quiz 14 Q3 key): (b) AUTO-RELEASING results and (c) the final resistance (R/S) call must stay human-reviewed and signed — each becomes a released clinical result or a patient-affecting decision. The key discrimination is (a) vs (b): (a) HOLDING/flagging a suspect run for review is CONSERVATIVE — it only routes work to a human, never releases anything — so an agent may do it freely, whereas (b) auto-releasing decides a patient result and needs the gate. (d) reformatting the QC table and (e) drafting an explanatory note are agent-friendly helpers (still spot-checked and logged), because they don't release a result or decide anything about a patient. Rule of thumb: anything that RELEASES a result or makes a PATIENT-AFFECTING decision needs the human gate — flagging, drafting, and reformatting do not. Take one answer plus the rule, then have the room fill Q3 — that's all three Quiz 14 items worked live.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💬 The outcomes' discussion beat (rule 8), and the bridge to using this in their own lab. Two minutes, then harvest three or four. Good answers pair a concrete first task with a concrete check and a clear stopping point: "an agent triages overnight QC runs and flags the suspect ones — a tech reviews the flags each morning (human review), it only READS the QC files (restricted tools), and every check is logged"; or "it drafts the method section of a validation report — I verify every number and citation before it goes anywhere (human review + logging)." Push for WHERE IT STOPS: the agent proposes, a qualified human reviews and signs before any result reaches a patient. This rehearses the exact judgement the course objective 5 asks for — deciding when the tool is and isn't appropriate — now for agents. Then finish Quiz 14 and brief the capstone.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= the Lecture 14 outcomes, each already a you-do this hour tied to a Quiz 14 item: define/trace the ReAct loop and label reason vs act (Q1); run a reason→act→check interaction on your own bot (the follow-along); name where agents fit and the guardrail each needs (Q2); and what must stay human-reviewed in a clinical workflow (Q3). The sheet was filled across the hour, not as an end block. The big takeaway to send them off with: an agent is not a new kind of AI — it is the LLM you already understand, given tools and a reason→act loop, and the whole job of deploying it safely is putting a human in the loop where it matters and restricting and logging what it can do. Keep the sheet; the capstone is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the last minutes to finishing Quiz 14, then brief the Lab 5 capstone — the course's integrative finale. Each participant picks one guided, rubric-scored track: A (beat the Lab 2 spectra classifier by architecture / augmentation / tuning), B (peak QC — classify chromatographic peaks as good/bad integrations, the Lecture 5 object-detection segment made real), or C (a new question on the same spectra via fine-tuning / re-heading — transfer learning in practice). All reuse course datasets. The rubric rewards proper data handling, a justified model choice, correct split/metrics, and honest error analysis — everything from Lectures 4 and 10. Everyone also completes the one-page 'first DL project in my own lab' template: problem → data &amp; representation → architecture → validation plan → why not a simpler model. Closing Discussion D5: share one-pagers in pairs, a few 60-second presentations, and a resources-to-keep-learning slide to send them off. Mark Quiz 14 together as Colab boots.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MSACL · DS301 DEEP LEARNING · SEGMENT 5 · LECTURE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Agentic AI, demo-driven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from chatbot to agent · the ReAct reason→act loop, annotated on a transcript · a follow-along on your own bot · a live 'MS analysis assistant' · where agents fit in the lab, and the guardrails each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WHERE THIS HOUR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Four stops — and it's demo-driven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From chatbot to agent — the ReAct reason→act loop, annotated on a transcript (+ a one-line callback to Lecture 13's RL)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Follow-along on YOUR bot — paste a QC table, prompt for reason→act→check, compare with a neighbour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10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Instructor live demo — an 'MS analysis assistant' reads, analyses, plots, flags, drafts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18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Where agents fit in the lab — and the guardrails each needs; then Quiz 14 + capstone briefing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1 OF 3 · THE DEFINITION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An agent = LLM + tools + a reason→act loop</a:t>
            </a:r>
          </a:p>
        </p:txBody>
      </p:sp>
      <p:pic>
        <p:nvPicPr>
          <p:cNvPr id="5" name="Picture 4" descr="fig_agent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08" y="1828800"/>
            <a:ext cx="8628903" cy="36179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538216"/>
            <a:ext cx="10515600" cy="118262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A CHATBOT answers only from what it already knows. An AGENT wraps that same LLM with TOOLS (read files, run code, plot, search) and a LOOP: it REASONS about what to do, ACTS by calling a tool, OBSERVES the result, and repeats — plus MEMORY of what it has seen and done. Same LLM; the tools and the loop are what's new.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2 OF 3 · THE REACT PATTERN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ReAct, annotated: Thought → Action → Observation → … → Answer</a:t>
            </a:r>
          </a:p>
        </p:txBody>
      </p:sp>
      <p:pic>
        <p:nvPicPr>
          <p:cNvPr id="5" name="Picture 4" descr="fig_react_transcript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034" y="1828800"/>
            <a:ext cx="5601451" cy="28407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760976"/>
            <a:ext cx="10515600" cy="195986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ReAct pattern, colour-coded on a transcript. A THOUGHT is the agent REASONING about what to do (teal). An ACTION is the agent ACTING — calling a tool (read a file, filter, compute/run code, write): here read_csv, filter, draft_summary (amber). An OBSERVATION is the tool's result (grey). The loop repeats until an ANSWER. Reason → act → observe → … → answer. (This qc_runs.csv is a short standalone demo table — separate from the QC table on your handout.) Callback: RL feedback is how this behaviour got trained.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3 OF 3 · YOUR TURN (YOU-DO = 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label the steps, then spot the claim no tool showed</a:t>
            </a:r>
          </a:p>
        </p:txBody>
      </p:sp>
      <p:pic>
        <p:nvPicPr>
          <p:cNvPr id="5" name="Picture 4" descr="fig_react_transcript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107" y="1828800"/>
            <a:ext cx="7313306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Q1. A new transcript (same ReAct shape). (a) Label each numbered step R (reason = a Thought) or A (act = a tool call); the grey observations are context, not steps. (b) The final ANSWER states one thing NO tool ever showed — spot it, and say where the agent should have stopped for a human. Worked answer in the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1 OF 2 · DO-IT-TOGETHER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Do it together: reason → act → check, on your own bot</a:t>
            </a:r>
          </a:p>
        </p:txBody>
      </p:sp>
      <p:pic>
        <p:nvPicPr>
          <p:cNvPr id="5" name="Picture 4" descr="fig_followalo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330" y="1828800"/>
            <a:ext cx="7596859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Do-it-together → your handout. Open any free-tier bot (ChatGPT / Claude / Gemini). Paste the prompt template AND the small QC table from your handout, and ask for three labelled steps — REASON (what a QC anomaly is + which limit), ACT (check each run, name the out-of-range one), CHECK (what a human must verify). Then compare answers with a neighbour.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2 OF 2 · DEBRIEF · 💬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What a good answer looks like</a:t>
            </a:r>
          </a:p>
        </p:txBody>
      </p:sp>
      <p:pic>
        <p:nvPicPr>
          <p:cNvPr id="5" name="Picture 4" descr="fig_followalong_d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97" y="1828800"/>
            <a:ext cx="10106526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48640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With your neighbour: did your bot (1) show its REASON before it ACTED, (2) flag QC-04 and name which metrics are out of range, (3) invent any number not in the table, and (4) leave the final pass/fail to a human? Answer in the notes.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PART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Instructor live demo — the 'MS analysis assistant'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a real agent on a spectra/QC CSV: reads files → runs analysis → plots → flags anomalies → drafts a summary, each reason→act step narrated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THE STORYBOARD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The demo, five reason→act beats</a:t>
            </a:r>
          </a:p>
        </p:txBody>
      </p:sp>
      <p:pic>
        <p:nvPicPr>
          <p:cNvPr id="5" name="Picture 4" descr="fig_demo_story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020" y="1828800"/>
            <a:ext cx="8749480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demo as five beats, each one reason→act: READ the QC/spectra CSV → ANALYZE (limits, stats) → PLOT the spectra/trends → FLAG the out-of-range run → DRAFT the QC summary for review. 💬 Before the FLAG beat, take 30 s: predict which run the agent will flag. Primary: instructor's Claude Code (or demos/lecture14_agent/agent.py, staged 1→2→3) · fallback: offline run — the demo never fails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FLAG → DRAFT,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It finds the bad run, then drafts it up</a:t>
            </a:r>
          </a:p>
        </p:txBody>
      </p:sp>
      <p:pic>
        <p:nvPicPr>
          <p:cNvPr id="5" name="Picture 4" descr="fig_demo_f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261" y="1828800"/>
            <a:ext cx="801099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FLAG→DRAFT beat on real numbers. REASON: QC-04 breaks all three limits (mass error +5.6 ppm vs ±2; resolution 22,300 vs &gt;30,000; TIC 3.1 vs 8–12). ACT: it drafts a summary naming the failed run, the exact out-of-range values, and a recommendation — and ends 'please verify before releasing results'. Every number is read from the table, none invented.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THE MAP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Where agents fit — and where they must not run alone</a:t>
            </a:r>
          </a:p>
        </p:txBody>
      </p:sp>
      <p:pic>
        <p:nvPicPr>
          <p:cNvPr id="5" name="Picture 4" descr="fig_agents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843" y="1828800"/>
            <a:ext cx="6855833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GOOD FIRST FITS (each with a check): triage (flag runs for a human), report drafting (human verifies every number), data wrangling (work on copies; spot-check + log), literature (verify each citation). MUST NOT run unsupervised: releasing a patient report, the final clinical call (R/S), deleting raw data, ordering reagents. Guardrails on every fit: human review · restricted tools · logging.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FAILURE → GUARDRAIL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Each failure mode has a guardrail</a:t>
            </a:r>
          </a:p>
        </p:txBody>
      </p:sp>
      <p:pic>
        <p:nvPicPr>
          <p:cNvPr id="5" name="Picture 4" descr="fig_guardrails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Three failures, three guardrails. FABRICATED number/citation in a summary → HUMAN REVIEW (a person verifies every number before release). Agent DELETES/overwrites raw data or orders reagents → RESTRICTED TOOLS (read-only; no write/delete/purchase without approval). A wrong result ships and no one can tell what happened → LOGGING (record every reason→act step so the run is auditable).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YOUR TURN (YOU-DO = 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which guardrail for which failure?</a:t>
            </a:r>
          </a:p>
        </p:txBody>
      </p:sp>
      <p:pic>
        <p:nvPicPr>
          <p:cNvPr id="5" name="Picture 4" descr="fig_guardrails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Q2. Three NEW failures — different wording from the chart above. Match each to the ONE guardrail that prevents it (word bank: HUMAN REVIEW · RESTRICTED TOOLS · LOGGING). Then Q2(d): human review CATCHES a fabricated citation — what would make such fabrications RARER in the first place? Worked answer in the notes.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CLINICAL REVIEW · YOUR TURN (YOU-DO = 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what must stay human-reviewed?</a:t>
            </a:r>
          </a:p>
        </p:txBody>
      </p:sp>
      <p:pic>
        <p:nvPicPr>
          <p:cNvPr id="5" name="Picture 4" descr="fig_human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354" y="1828800"/>
            <a:ext cx="8596811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Q3. Five steps an agent could help with — some look alike but differ. Circle the ones a qualified human must review and sign before they affect a patient: (a) HOLD a suspect run for review (b) AUTO-RELEASE runs it judges in-range (c) file the final R/S call (d) reformat the QC table (e) draft a note explaining a result. Then state the rule you used. Worked answer in the notes.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💬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💬 Which task would you hand an agent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444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Pick ONE task from your own week you'd hand an agent first — triage, report drafting, data wrangling, or a literature scan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Name the ONE check that keeps it honest — a human review, a restricted (read-only) toolset, or a log you can audit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Say where it must stop — the point at which a human must review and sign before anything reaches a patient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0164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2 minutes with your neighbour: which task would you hand an agent first — and what ONE check keeps it honest? Be specific about where the agent stops and the human signs. Share-outs in the notes.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WHAT YOU CAN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 can now…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5661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Define an agent as LLM + tools + a reason→act loop (ReAct), and label the reasoning vs acting steps on a transcript (Quiz 14 Q1)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Run a simple agentic interaction yourself on a free-tier bot — a structured reason → act → check prompt (the follow-along)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Name where agents fit in lab workflows and the guardrail each needs — human review, restricted tools, logging (Quiz 14 Q2)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Say what must stay human-reviewed in a clinical workflow — anything that becomes a released result or a patient decision (Quiz 14 Q3)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62355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You've now worked every item on Quiz 14 live — labelling reason vs act on a transcript (Q1), matching guardrail to failure (Q2), and what stays human-reviewed (Q3) — plus a follow-along on your own bot and a live demo. Keep the 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NEXT — LAB 5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Next — the Lab 5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Pick ONE guided track: A — beat the Lab 2 spectra baseline · B — peak QC (good/bad integrations) · C — new question, same spectra (transfer learning)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Adapt a working pipeline, evaluate it PROPERLY — split, metrics, honest error analysis (Lectures 4 &amp; 10) — all rubric-scored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Complete your project one-pager: problem → data &amp; representation → architecture → validation plan → 'why not a simpler model?'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Closing discussion D5: share your one-pager in pairs, a few 60-second share-outs, then resources to keep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0643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2 minutes to finish Quiz 14 solo → we mark it together as Lab 5 opens. Then choose your capstone track and open the Colab. Bring everything: representation (Lec 10), the right architecture (Lec 5/8/11), and honest metrics (Lec 4/10).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· Agentic AI, Demo-Driven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