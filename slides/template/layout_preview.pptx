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286000"/>
            <a:ext cx="11091672" cy="1371600"/>
          </a:xfrm>
        </p:spPr>
        <p:txBody>
          <a:bodyPr wrap="square" anchor="t"/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840480"/>
            <a:ext cx="11091672" cy="914400"/>
          </a:xfrm>
        </p:spPr>
        <p:txBody>
          <a:bodyPr wrap="square" anchor="t"/>
          <a:lstStyle>
            <a:lvl1pPr marL="0" indent="0" algn="l">
              <a:buNone/>
              <a:defRPr sz="22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add a one-line subtitle</a:t>
            </a:r>
          </a:p>
        </p:txBody>
      </p:sp>
      <p:sp>
        <p:nvSpPr>
          <p:cNvPr id="4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  <p:sp>
        <p:nvSpPr>
          <p:cNvPr id="5" name="Amber bar"/>
          <p:cNvSpPr/>
          <p:nvPr/>
        </p:nvSpPr>
        <p:spPr>
          <a:xfrm>
            <a:off x="548640" y="2057400"/>
            <a:ext cx="1280160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</p:spPr>
        <p:txBody>
          <a:bodyPr wrap="square"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920240"/>
            <a:ext cx="11091672" cy="4434840"/>
          </a:xfrm>
        </p:spPr>
        <p:txBody>
          <a:bodyPr wrap="square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</p:spPr>
        <p:txBody>
          <a:bodyPr wrap="square"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920240"/>
            <a:ext cx="5367528" cy="4434840"/>
          </a:xfrm>
        </p:spPr>
        <p:txBody>
          <a:bodyPr wrap="square" anchor="t"/>
          <a:lstStyle>
            <a:lvl1pPr marL="274638" indent="-274638">
              <a:spcAft>
                <a:spcPts val="1400"/>
              </a:spcAft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1928" y="1920240"/>
            <a:ext cx="5367528" cy="4434840"/>
          </a:xfrm>
        </p:spPr>
        <p:txBody>
          <a:bodyPr wrap="square" anchor="t"/>
          <a:lstStyle>
            <a:lvl1pPr marL="274638" indent="-274638">
              <a:spcAft>
                <a:spcPts val="1400"/>
              </a:spcAft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</p:spPr>
        <p:txBody>
          <a:bodyPr wrap="square" anchor="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creenshot +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</p:spPr>
        <p:txBody>
          <a:bodyPr anchor="t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48640" y="1828800"/>
            <a:ext cx="11091672" cy="3977639"/>
          </a:xfrm>
        </p:spPr>
        <p:txBody>
          <a:bodyPr wrap="square" anchor="ctr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5943600"/>
            <a:ext cx="11091672" cy="457200"/>
          </a:xfrm>
        </p:spPr>
        <p:txBody>
          <a:bodyPr wrap="square" anchor="t"/>
          <a:lstStyle>
            <a:lvl1pPr marL="0" indent="0" algn="ctr">
              <a:buNone/>
              <a:defRPr sz="13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Source · license — click to add caption</a:t>
            </a:r>
          </a:p>
        </p:txBody>
      </p:sp>
      <p:sp>
        <p:nvSpPr>
          <p:cNvPr id="5" name="Eyebrow Placeholder"/>
          <p:cNvSpPr>
            <a:spLocks noGrp="1"/>
          </p:cNvSpPr>
          <p:nvPr>
            <p:ph type="body" sz="quarter" idx="13"/>
          </p:nvPr>
        </p:nvSpPr>
        <p:spPr>
          <a:xfrm>
            <a:off x="548640" y="320040"/>
            <a:ext cx="11091672" cy="365760"/>
          </a:xfrm>
          <a:prstGeom prst="rect">
            <a:avLst/>
          </a:prstGeom>
        </p:spPr>
        <p:txBody>
          <a:bodyPr wrap="square" anchor="t"/>
          <a:lstStyle>
            <a:lvl1pPr marL="0" indent="0">
              <a:buNone/>
              <a:defRPr sz="1300" b="1" cap="all">
                <a:solidFill>
                  <a:schemeClr val="accent4"/>
                </a:solidFill>
                <a:latin typeface="Menlo"/>
              </a:defRPr>
            </a:lvl1pPr>
          </a:lstStyle>
          <a:p>
            <a:r>
              <a:rPr lang="en-US"/>
              <a:t>MSACL · DS301 Deep Learning · Segment n · Lecture n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SACL DS3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731520"/>
            <a:ext cx="11091672" cy="1005840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920240"/>
            <a:ext cx="11091672" cy="443484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7" r:id="rId4"/>
    <p:sldLayoutId id="2147483654" r:id="rId5"/>
    <p:sldLayoutId id="2147483655" r:id="rId6"/>
  </p:sldLayoutIdLst>
  <p:txStyles>
    <p:titleStyle>
      <a:lvl1pPr marL="0" indent="0">
        <a:buNone/>
        <a:defRPr sz="3400" b="1">
          <a:solidFill>
            <a:schemeClr val="tx1"/>
          </a:solidFill>
          <a:latin typeface="+mn-lt"/>
        </a:defRPr>
      </a:lvl1pPr>
    </p:titleStyle>
    <p:bodyStyle>
      <a:lvl1pPr marL="274638" indent="-274638">
        <a:spcAft>
          <a:spcPts val="1800"/>
        </a:spcAft>
        <a:buClr>
          <a:schemeClr val="accent1"/>
        </a:buClr>
        <a:buFont typeface="Arial"/>
        <a:buChar char="•"/>
        <a:defRPr sz="2600">
          <a:solidFill>
            <a:schemeClr val="tx1"/>
          </a:solidFill>
          <a:latin typeface="+mn-lt"/>
        </a:defRPr>
      </a:lvl1pPr>
      <a:lvl2pPr marL="549275" indent="-274638">
        <a:spcAft>
          <a:spcPts val="1400"/>
        </a:spcAft>
        <a:buNone/>
        <a:defRPr sz="2100">
          <a:solidFill>
            <a:schemeClr val="accent4"/>
          </a:solidFill>
          <a:latin typeface="+mn-lt"/>
        </a:defRPr>
      </a:lvl2pPr>
      <a:lvl3pPr marL="823913" indent="-274638">
        <a:spcAft>
          <a:spcPts val="1200"/>
        </a:spcAft>
        <a:buClr>
          <a:schemeClr val="accent4"/>
        </a:buClr>
        <a:buFont typeface="Arial"/>
        <a:buChar char="–"/>
        <a:defRPr sz="1800">
          <a:solidFill>
            <a:schemeClr val="tx2"/>
          </a:solidFill>
          <a:latin typeface="+mn-lt"/>
        </a:defRPr>
      </a:lvl3pPr>
    </p:bodyStyle>
    <p:otherStyle>
      <a:lvl1pPr marL="0" indent="0">
        <a:buNone/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for the Clinical Lab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What a model is, and when you don't need one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MSACL · DS301 Deep Learning · Segment 1 · Lecture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CNNs fit spectra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peak looks the same anywhere on the m/z axis</a:t>
            </a:r>
          </a:p>
          <a:p>
            <a:pPr lvl="1"/>
            <a:r>
              <a:t>so one small filter can find it everywhere</a:t>
            </a:r>
          </a:p>
          <a:p>
            <a:r>
              <a:t>Pooling keeps the strongest evidence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MSACL · DS301 Deep Learning · Segment 2 · Lecture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Raw spectrum vs learned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12,000 m/z bins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64 learned pattern maps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MSACL · DS301 Deep Learning · Segment 2 · Lecture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training curve you'll see in Colab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>
            <a:r>
              <a:t>screenshot · Colab, Lab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MSACL · DS301 Deep Learning · Segment 2 · Lecture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Sketch the pipeline together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MSACL · DS301 Deep Learning · Segment 2 · Lecture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MSACL DS301">
  <a:themeElements>
    <a:clrScheme name="MSACL DS301">
      <a:dk1>
        <a:srgbClr val="1B2025"/>
      </a:dk1>
      <a:lt1>
        <a:srgbClr val="FBFBF8"/>
      </a:lt1>
      <a:dk2>
        <a:srgbClr val="3D444C"/>
      </a:dk2>
      <a:lt2>
        <a:srgbClr val="E3F0EF"/>
      </a:lt2>
      <a:accent1>
        <a:srgbClr val="0E7C7B"/>
      </a:accent1>
      <a:accent2>
        <a:srgbClr val="E09E2F"/>
      </a:accent2>
      <a:accent3>
        <a:srgbClr val="C4534F"/>
      </a:accent3>
      <a:accent4>
        <a:srgbClr val="8A9099"/>
      </a:accent4>
      <a:accent5>
        <a:srgbClr val="A9721A"/>
      </a:accent5>
      <a:accent6>
        <a:srgbClr val="D9D9D2"/>
      </a:accent6>
      <a:hlink>
        <a:srgbClr val="0E7C7B"/>
      </a:hlink>
      <a:folHlink>
        <a:srgbClr val="A9721A"/>
      </a:folHlink>
    </a:clrScheme>
    <a:fontScheme name="MSACL DS301">
      <a:majorFont>
        <a:latin typeface="Avenir N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venir Nex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MSACL DS301 Deep Learning — slide template</dc:title>
  <dc:subject/>
  <dc:creator/>
  <cp:keywords/>
  <dc:description>Course template; edit master/layouts here, then propagate with tools/adopt_template.py. Fonts Avenir Next/Menlo. paper#FBFBF8 ink#1B2025 teal#0E7C7B amber#E09E2F red#C4534F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MSACL DS301 Deep Learning</cp:category>
</cp:coreProperties>
</file>