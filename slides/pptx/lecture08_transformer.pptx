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sz="1300" b="1" i="0">
                <a:solidFill>
                  <a:srgbClr val="8A9099"/>
                </a:solidFill>
                <a:latin typeface="Menlo"/>
              </a:rPr>
              <a:t>ENCODER + DECODER · ZOOMED IN</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sz="1300" b="1" i="0">
                <a:solidFill>
                  <a:srgbClr val="8A9099"/>
                </a:solidFill>
                <a:latin typeface="Menlo"/>
              </a:rPr>
              <a:t>ENCODER + DECODER · STEP BY STEP · 1 OF 2</a:t>
            </a:r>
          </a:p>
        </p:txBody>
      </p:sp>
      <p:sp>
        <p:nvSpPr>
          <p:cNvPr id="6" name="TextBox 5"/>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1 (jalammar.github.io/illustrated-transformer/) · © the author; all rights reserved, not for redistribution</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sz="1300" b="1" i="0">
                <a:solidFill>
                  <a:srgbClr val="8A9099"/>
                </a:solidFill>
                <a:latin typeface="Menlo"/>
              </a:rPr>
              <a:t>ENCODER + DECODER · STEP BY STEP · 2 OF 2</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
        <p:nvSpPr>
          <p:cNvPr id="8" name="TextBox 7"/>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2: the encoder’s K/V feed every decoder step (jalammar.github.io/illustrated-transformer/) · © the author; all rights reserved, not for redistribution</a:t>
            </a:r>
          </a:p>
        </p:txBody>
      </p:sp>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