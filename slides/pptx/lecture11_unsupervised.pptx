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geeksforgeeks.org</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geeksforgeeks.org</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667251"/>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407152"/>
            <a:ext cx="10515600" cy="140512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