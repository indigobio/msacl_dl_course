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the next slide writes the formula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kumimoji="0" lang="en-US" b="1" i="0" u="none" strike="noStrike" kern="1200" cap="none" spc="0" normalizeH="0" baseline="0" noProof="0" dirty="0">
                <a:ln>
                  <a:noFill/>
                </a:ln>
                <a:effectLst/>
                <a:uLnTx/>
                <a:uFillTx/>
              </a:rPr>
              <a:t>LECTURE 4 · PART 1 OF 3</a:t>
            </a:r>
          </a:p>
          <a:p>
            <a:endParaRPr lang="en-US" dirty="0"/>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rPr>
              <a:t>LECTURE 4 · PART 1 OF 3</a:t>
            </a:r>
          </a:p>
          <a:p>
            <a:endParaRPr lang="en-US" dirty="0"/>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