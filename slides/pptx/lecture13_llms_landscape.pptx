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 If anyone compares this with the previous slide's bars, that is the teaching point: there “sample” was 0.55 because the probability was spread over the ENTIRE vocabulary (including the 0.10 “others” bar); here we hand softmax only three candidates, so the same word takes 0.665. Softmax always normalises over exactly the set you give it — both numbers are right.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 Softmax normalises over whatever candidate set you hand it — here just these three, so they sum to 1 on their own; the previous slide's bars spread the same 1.0 across the whole vocabulary.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