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286000"/>
            <a:ext cx="11091672" cy="1371600"/>
          </a:xfrm>
        </p:spPr>
        <p:txBody>
          <a:bodyPr wrap="square" anchor="t"/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840480"/>
            <a:ext cx="11091672" cy="914400"/>
          </a:xfrm>
        </p:spPr>
        <p:txBody>
          <a:bodyPr wrap="square" anchor="t"/>
          <a:lstStyle>
            <a:lvl1pPr marL="0" indent="0" algn="l">
              <a:buNone/>
              <a:defRPr sz="22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add a one-line subtitle</a:t>
            </a:r>
          </a:p>
        </p:txBody>
      </p:sp>
      <p:sp>
        <p:nvSpPr>
          <p:cNvPr id="4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  <p:sp>
        <p:nvSpPr>
          <p:cNvPr id="5" name="Amber bar"/>
          <p:cNvSpPr/>
          <p:nvPr/>
        </p:nvSpPr>
        <p:spPr>
          <a:xfrm>
            <a:off x="548640" y="2057400"/>
            <a:ext cx="128016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wrap="square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920240"/>
            <a:ext cx="11091672" cy="4434840"/>
          </a:xfrm>
        </p:spPr>
        <p:txBody>
          <a:bodyPr wrap="square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wrap="square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920240"/>
            <a:ext cx="5367528" cy="4434840"/>
          </a:xfrm>
        </p:spPr>
        <p:txBody>
          <a:bodyPr wrap="square" anchor="t"/>
          <a:lstStyle>
            <a:lvl1pPr marL="274638" indent="-274638">
              <a:spcAft>
                <a:spcPts val="1400"/>
              </a:spcAft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1928" y="1920240"/>
            <a:ext cx="5367528" cy="4434840"/>
          </a:xfrm>
        </p:spPr>
        <p:txBody>
          <a:bodyPr wrap="square" anchor="t"/>
          <a:lstStyle>
            <a:lvl1pPr marL="274638" indent="-274638">
              <a:spcAft>
                <a:spcPts val="1400"/>
              </a:spcAft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wrap="square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creenshot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anchor="t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640" y="1828800"/>
            <a:ext cx="11091672" cy="3977639"/>
          </a:xfrm>
        </p:spPr>
        <p:txBody>
          <a:bodyPr wrap="square"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5943600"/>
            <a:ext cx="11091672" cy="457200"/>
          </a:xfrm>
        </p:spPr>
        <p:txBody>
          <a:bodyPr wrap="square" anchor="t"/>
          <a:lstStyle>
            <a:lvl1pPr marL="0" indent="0" algn="ctr">
              <a:buNone/>
              <a:defRPr sz="13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Source · license — click to add caption</a:t>
            </a:r>
          </a:p>
        </p:txBody>
      </p:sp>
      <p:sp>
        <p:nvSpPr>
          <p:cNvPr id="5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SACL DS3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920240"/>
            <a:ext cx="11091672" cy="443484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54" r:id="rId5"/>
    <p:sldLayoutId id="2147483655" r:id="rId6"/>
  </p:sldLayoutIdLst>
  <p:txStyles>
    <p:titleStyle>
      <a:lvl1pPr marL="0" indent="0">
        <a:buNone/>
        <a:defRPr sz="3400" b="1">
          <a:solidFill>
            <a:schemeClr val="tx1"/>
          </a:solidFill>
          <a:latin typeface="+mn-lt"/>
        </a:defRPr>
      </a:lvl1pPr>
    </p:titleStyle>
    <p:bodyStyle>
      <a:lvl1pPr marL="274638" indent="-274638">
        <a:spcAft>
          <a:spcPts val="1800"/>
        </a:spcAft>
        <a:buClr>
          <a:schemeClr val="accent1"/>
        </a:buClr>
        <a:buFont typeface="Arial"/>
        <a:buChar char="•"/>
        <a:defRPr sz="2600">
          <a:solidFill>
            <a:schemeClr val="tx1"/>
          </a:solidFill>
          <a:latin typeface="+mn-lt"/>
        </a:defRPr>
      </a:lvl1pPr>
      <a:lvl2pPr marL="549275" indent="-274638">
        <a:spcAft>
          <a:spcPts val="1400"/>
        </a:spcAft>
        <a:buNone/>
        <a:defRPr sz="2100">
          <a:solidFill>
            <a:schemeClr val="accent4"/>
          </a:solidFill>
          <a:latin typeface="+mn-lt"/>
        </a:defRPr>
      </a:lvl2pPr>
      <a:lvl3pPr marL="823913" indent="-274638">
        <a:spcAft>
          <a:spcPts val="1200"/>
        </a:spcAft>
        <a:buClr>
          <a:schemeClr val="accent4"/>
        </a:buClr>
        <a:buFont typeface="Arial"/>
        <a:buChar char="–"/>
        <a:defRPr sz="1800">
          <a:solidFill>
            <a:schemeClr val="tx2"/>
          </a:solidFill>
          <a:latin typeface="+mn-lt"/>
        </a:defRPr>
      </a:lvl3pPr>
    </p:bodyStyle>
    <p:otherStyle>
      <a:lvl1pPr marL="0" indent="0">
        <a:buNone/>
        <a:defRPr sz="1800">
          <a:solidFill>
            <a:schemeClr val="tx1"/>
          </a:solidFill>
          <a:latin typeface="+mn-lt"/>
        </a:defRPr>
      </a:lvl1pPr>
    </p:otherStyle>
  </p:txStyles>
</p:sldMaster>
</file>

<file path=ppt/theme/theme1.xml><?xml version="1.0" encoding="utf-8"?>
<a:theme xmlns:a="http://schemas.openxmlformats.org/drawingml/2006/main" name="MSACL DS301">
  <a:themeElements>
    <a:clrScheme name="MSACL DS301">
      <a:dk1>
        <a:srgbClr val="1B2025"/>
      </a:dk1>
      <a:lt1>
        <a:srgbClr val="FBFBF8"/>
      </a:lt1>
      <a:dk2>
        <a:srgbClr val="3D444C"/>
      </a:dk2>
      <a:lt2>
        <a:srgbClr val="E3F0EF"/>
      </a:lt2>
      <a:accent1>
        <a:srgbClr val="0E7C7B"/>
      </a:accent1>
      <a:accent2>
        <a:srgbClr val="E09E2F"/>
      </a:accent2>
      <a:accent3>
        <a:srgbClr val="C4534F"/>
      </a:accent3>
      <a:accent4>
        <a:srgbClr val="8A9099"/>
      </a:accent4>
      <a:accent5>
        <a:srgbClr val="A9721A"/>
      </a:accent5>
      <a:accent6>
        <a:srgbClr val="D9D9D2"/>
      </a:accent6>
      <a:hlink>
        <a:srgbClr val="0E7C7B"/>
      </a:hlink>
      <a:folHlink>
        <a:srgbClr val="A9721A"/>
      </a:folHlink>
    </a:clrScheme>
    <a:fontScheme name="MSACL DS301">
      <a:majorFont>
        <a:latin typeface="Avenir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venir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MSACL DS301 Deep Learning — slide template</dc:title>
  <dc:subject/>
  <dc:creator/>
  <cp:keywords/>
  <dc:description>Course template; edit master/layouts here, then propagate with tools/adopt_template.py. Fonts Avenir Next/Menlo. paper#FBFBF8 ink#1B2025 teal#0E7C7B amber#E09E2F red#C4534F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MSACL DS301 Deep Learning</cp:category>
</cp:coreProperties>
</file>